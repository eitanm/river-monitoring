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0985-E95E-9366-52C2-58954DEF1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6FFA6-6270-6420-F8A1-2D62C2A3B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377FA-B927-815B-EB67-14C4974E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FF9F2-1087-5A71-6553-46AEBDD2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7D816-7E02-4377-0313-D5DE612E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8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E4F3-3616-73C8-6713-08E36540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829AF-D0DC-0B5E-C4B5-5E4314BA7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E425-29EA-7061-30C5-FF236889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C0F31-90DC-B3E3-584A-50219D52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EA002-FB15-2EE8-6E46-25284DDB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0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F7C8-3631-79BE-1B40-23AF5ACC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DA335-1216-D663-DA7B-ED1B54FB0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46ECD-4D6C-C96B-61AF-4039EF94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71E89-2CA6-E31E-5922-FF672DA82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C54C0-8408-3EBB-C015-FF5FF5F1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60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0987-CB17-455E-1BC7-B520A303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899E-45EA-C8A2-EBE8-42E2F96E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5F55E-9CF6-815E-4EB7-BB64AFA15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04687-F7E6-DD92-3435-DAFA6E3F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1E624-1C3F-6759-4CEF-7EB471FB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E67BF-4003-4713-3AAD-E23617F0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1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C12C-F175-621B-5B2F-2C63CC9D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A9E2E-5EB1-974B-C34B-B6B274BCE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DA685-3AC2-123E-E429-1DDF29C9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7EC07-281E-1098-6D9D-299A1EA2A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3FDB7-51C8-4185-0CD9-D58D8B7B5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DDC8E8-57C5-CC73-D58F-4F017A59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1CE27-E86C-95F6-4894-2B461351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57D92-BE15-27D5-7C5F-10F723B9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2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D9F7-4FB3-5C98-C540-CABA4BD6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36587-FC96-C983-F521-FB52E7524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5F400-7150-AD79-BF05-1A685482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C7084-986A-BC41-E0D5-BD8079A6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7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2F4A4-0BE4-47A1-B8B3-1761B8E8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9331C-B5FE-17BF-6EAB-F0905247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4D878-6A75-4BCA-419F-1F1282DA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0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5E0C-CC25-6EDC-2E89-6CFC2629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D1A4-7C6A-AB16-B307-78F3820B6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6CE4C-048B-3DC2-49BF-BDBEE6FC9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3CBAC-F8E0-6919-1FF9-73085471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A3F0A-0232-94CE-A7C0-1890A22A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325C8-7F7C-6428-38B2-7AA3124B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4076-993F-402E-A9E6-19C9498E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2F26B-5F86-EE01-3DD7-C42651B3F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0F752-DAA3-B42F-A2E5-D4609D332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3D660-49FE-54B7-2F64-24626778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31DC-7F01-BB47-FC84-0DEC812E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29D03-5418-46A7-C955-6FF658C5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3597-0958-87F3-8ACC-67B2A33F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43FD4-C42B-DD82-85CC-2C9F30229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1176C-CCD7-1E3A-44F3-74321E33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9BA8-D4D1-62C7-DEA3-74EF6700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9861E-A6B8-877D-8118-B7F2AE88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3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1CF14B-6003-F4E2-9515-8A56D399F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C31B3-F660-347A-B9A5-47D40A951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F179F-DBC1-7819-971E-765421E6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3A167-0AD6-E312-36F5-3CB6622B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E4B5B-E1D7-3F73-1FAE-A4C4F996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1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9DF8B-743A-AD95-B20D-58787A89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ECF57-9F25-2294-B5DB-7CD2A53BC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0027-AD6B-069C-A042-F28F26C81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E4825-368C-447E-B62D-D482131B703E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4D979-1BF7-FD61-87ED-107ACA63C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8065-DDA9-3191-1837-725D7D636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81669-ADC4-4B48-8F82-01661489F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2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E6BC300-0B54-2D4D-00F6-AE899FDDA3C6}"/>
              </a:ext>
            </a:extLst>
          </p:cNvPr>
          <p:cNvGrpSpPr/>
          <p:nvPr/>
        </p:nvGrpSpPr>
        <p:grpSpPr>
          <a:xfrm>
            <a:off x="1316166" y="393700"/>
            <a:ext cx="9585196" cy="6372741"/>
            <a:chOff x="1316166" y="393700"/>
            <a:chExt cx="9585196" cy="63727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57BFDC-5D7A-385B-C584-5E9AA6CD004B}"/>
                </a:ext>
              </a:extLst>
            </p:cNvPr>
            <p:cNvSpPr/>
            <p:nvPr/>
          </p:nvSpPr>
          <p:spPr>
            <a:xfrm>
              <a:off x="8216900" y="2966176"/>
              <a:ext cx="1854200" cy="2279650"/>
            </a:xfrm>
            <a:prstGeom prst="rect">
              <a:avLst/>
            </a:prstGeom>
            <a:noFill/>
            <a:ln w="57150" cap="flat" cmpd="thickThin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t"/>
            <a:lstStyle/>
            <a:p>
              <a:pPr algn="ctr"/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Main System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A8EC31-ECAF-7879-5FF3-2B47D5423970}"/>
                </a:ext>
              </a:extLst>
            </p:cNvPr>
            <p:cNvCxnSpPr/>
            <p:nvPr/>
          </p:nvCxnSpPr>
          <p:spPr>
            <a:xfrm>
              <a:off x="8401050" y="2216876"/>
              <a:ext cx="0" cy="76835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11675B-C4D0-7A5D-A16B-515C2A338F6C}"/>
                </a:ext>
              </a:extLst>
            </p:cNvPr>
            <p:cNvSpPr txBox="1"/>
            <p:nvPr/>
          </p:nvSpPr>
          <p:spPr>
            <a:xfrm>
              <a:off x="7021954" y="546310"/>
              <a:ext cx="1379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Cell Antenna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8299303-40B6-9722-49D0-FB43DD4060C3}"/>
                </a:ext>
              </a:extLst>
            </p:cNvPr>
            <p:cNvCxnSpPr/>
            <p:nvPr/>
          </p:nvCxnSpPr>
          <p:spPr>
            <a:xfrm>
              <a:off x="9829800" y="2216876"/>
              <a:ext cx="0" cy="76835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Magnetic Mount Whip Antenna ...">
              <a:extLst>
                <a:ext uri="{FF2B5EF4-FFF2-40B4-BE49-F238E27FC236}">
                  <a16:creationId xmlns:a16="http://schemas.microsoft.com/office/drawing/2014/main" id="{D2B72A31-6301-951E-BACE-73ABC14BA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2987" y="460891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VIGI Solar Panel 60W | VIGI Solar Panel ...">
              <a:extLst>
                <a:ext uri="{FF2B5EF4-FFF2-40B4-BE49-F238E27FC236}">
                  <a16:creationId xmlns:a16="http://schemas.microsoft.com/office/drawing/2014/main" id="{1AEAE7A3-1E88-8839-1729-DDCC5A733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8237" y="546310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C0AE72-C1CE-1EAC-891B-DC14658F9D3F}"/>
                </a:ext>
              </a:extLst>
            </p:cNvPr>
            <p:cNvSpPr txBox="1"/>
            <p:nvPr/>
          </p:nvSpPr>
          <p:spPr>
            <a:xfrm>
              <a:off x="9472612" y="546310"/>
              <a:ext cx="1223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Solar Panel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60B440-F82D-469F-F87E-BB25994A0BD1}"/>
                </a:ext>
              </a:extLst>
            </p:cNvPr>
            <p:cNvSpPr/>
            <p:nvPr/>
          </p:nvSpPr>
          <p:spPr>
            <a:xfrm>
              <a:off x="8401049" y="3594826"/>
              <a:ext cx="1485901" cy="8255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Control Board</a:t>
              </a:r>
            </a:p>
            <a:p>
              <a:pPr algn="ctr"/>
              <a:r>
                <a:rPr lang="en-US" sz="1050" b="1" dirty="0"/>
                <a:t>Wi-Fi, Bluetooth, Lora, RS485, Cellular</a:t>
              </a:r>
            </a:p>
          </p:txBody>
        </p:sp>
        <p:pic>
          <p:nvPicPr>
            <p:cNvPr id="1030" name="Picture 6" descr="1200mAh 3.7V LiPo Battery - The Pi Hut">
              <a:extLst>
                <a:ext uri="{FF2B5EF4-FFF2-40B4-BE49-F238E27FC236}">
                  <a16:creationId xmlns:a16="http://schemas.microsoft.com/office/drawing/2014/main" id="{8E348336-DD1A-CA02-1714-10F72F3D2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0137" y="4191726"/>
              <a:ext cx="1166813" cy="1166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9559BE-F633-5D0F-D7F7-8E008988BF56}"/>
                </a:ext>
              </a:extLst>
            </p:cNvPr>
            <p:cNvSpPr txBox="1"/>
            <p:nvPr/>
          </p:nvSpPr>
          <p:spPr>
            <a:xfrm>
              <a:off x="9372769" y="4854155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Battery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C7132B6-AC50-EAA9-A132-E163FD1415F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883" y="4310443"/>
              <a:ext cx="671001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59352A-87E0-0646-F5CA-B63D7C835E1E}"/>
                </a:ext>
              </a:extLst>
            </p:cNvPr>
            <p:cNvSpPr txBox="1"/>
            <p:nvPr/>
          </p:nvSpPr>
          <p:spPr>
            <a:xfrm>
              <a:off x="2249004" y="4007060"/>
              <a:ext cx="5620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wire multidrop RS485 sensor line (Power, GND, RS+, RS-)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C66E67-BABB-B09B-2463-9B37DD9C94DD}"/>
                </a:ext>
              </a:extLst>
            </p:cNvPr>
            <p:cNvSpPr/>
            <p:nvPr/>
          </p:nvSpPr>
          <p:spPr>
            <a:xfrm>
              <a:off x="1316166" y="5241507"/>
              <a:ext cx="934279" cy="68248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Sensor </a:t>
              </a:r>
            </a:p>
            <a:p>
              <a:pPr algn="ctr"/>
              <a:r>
                <a:rPr lang="en-US" dirty="0"/>
                <a:t>1 Box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988139-810E-31BF-B662-58DE077BA0C4}"/>
                </a:ext>
              </a:extLst>
            </p:cNvPr>
            <p:cNvSpPr/>
            <p:nvPr/>
          </p:nvSpPr>
          <p:spPr>
            <a:xfrm>
              <a:off x="2626344" y="5241507"/>
              <a:ext cx="934279" cy="68248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Sensor </a:t>
              </a:r>
            </a:p>
            <a:p>
              <a:pPr algn="ctr"/>
              <a:r>
                <a:rPr lang="en-US" dirty="0"/>
                <a:t>2 Box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A084BA-9859-7CF0-3BF9-16726794BD4E}"/>
                </a:ext>
              </a:extLst>
            </p:cNvPr>
            <p:cNvSpPr/>
            <p:nvPr/>
          </p:nvSpPr>
          <p:spPr>
            <a:xfrm>
              <a:off x="5206101" y="5191159"/>
              <a:ext cx="934279" cy="68248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Sensor </a:t>
              </a:r>
            </a:p>
            <a:p>
              <a:pPr algn="ctr"/>
              <a:r>
                <a:rPr lang="en-US" dirty="0"/>
                <a:t>N Box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769E9FB-FA52-A92F-0CDC-97066265419B}"/>
                </a:ext>
              </a:extLst>
            </p:cNvPr>
            <p:cNvSpPr txBox="1"/>
            <p:nvPr/>
          </p:nvSpPr>
          <p:spPr>
            <a:xfrm>
              <a:off x="4063860" y="5042645"/>
              <a:ext cx="60946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2DC87E-CAFF-F5FF-32C6-D493DBC38907}"/>
                </a:ext>
              </a:extLst>
            </p:cNvPr>
            <p:cNvCxnSpPr>
              <a:cxnSpLocks/>
            </p:cNvCxnSpPr>
            <p:nvPr/>
          </p:nvCxnSpPr>
          <p:spPr>
            <a:xfrm>
              <a:off x="1737415" y="4304430"/>
              <a:ext cx="0" cy="93707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6DD786-6F75-6BBD-8EE2-2B74566FD6F9}"/>
                </a:ext>
              </a:extLst>
            </p:cNvPr>
            <p:cNvCxnSpPr>
              <a:cxnSpLocks/>
            </p:cNvCxnSpPr>
            <p:nvPr/>
          </p:nvCxnSpPr>
          <p:spPr>
            <a:xfrm>
              <a:off x="3093483" y="4310443"/>
              <a:ext cx="0" cy="93707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44232F5-A8D0-DC83-4ECB-2B4EA7E6DFB7}"/>
                </a:ext>
              </a:extLst>
            </p:cNvPr>
            <p:cNvCxnSpPr>
              <a:cxnSpLocks/>
            </p:cNvCxnSpPr>
            <p:nvPr/>
          </p:nvCxnSpPr>
          <p:spPr>
            <a:xfrm>
              <a:off x="5702710" y="4304430"/>
              <a:ext cx="0" cy="93707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5939269-DB53-06DC-9829-5D239C519C15}"/>
                </a:ext>
              </a:extLst>
            </p:cNvPr>
            <p:cNvCxnSpPr>
              <a:stCxn id="16" idx="2"/>
            </p:cNvCxnSpPr>
            <p:nvPr/>
          </p:nvCxnSpPr>
          <p:spPr>
            <a:xfrm flipH="1">
              <a:off x="1783305" y="5923990"/>
              <a:ext cx="1" cy="47311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0E7C01-1B8D-9273-0426-579AD1C9CE3A}"/>
                </a:ext>
              </a:extLst>
            </p:cNvPr>
            <p:cNvCxnSpPr/>
            <p:nvPr/>
          </p:nvCxnSpPr>
          <p:spPr>
            <a:xfrm flipH="1">
              <a:off x="3073182" y="5923990"/>
              <a:ext cx="1" cy="47311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F75D218-EE99-B41C-239B-A5E0DAD7049F}"/>
                </a:ext>
              </a:extLst>
            </p:cNvPr>
            <p:cNvCxnSpPr/>
            <p:nvPr/>
          </p:nvCxnSpPr>
          <p:spPr>
            <a:xfrm flipH="1">
              <a:off x="5765582" y="5873642"/>
              <a:ext cx="1" cy="47311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DF4570-AB4A-6751-998C-AA76F03C711D}"/>
                </a:ext>
              </a:extLst>
            </p:cNvPr>
            <p:cNvSpPr txBox="1"/>
            <p:nvPr/>
          </p:nvSpPr>
          <p:spPr>
            <a:xfrm>
              <a:off x="1373577" y="6397109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Sensor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84D84C7-0DAD-9018-793D-FABD3172A4A8}"/>
                </a:ext>
              </a:extLst>
            </p:cNvPr>
            <p:cNvSpPr txBox="1"/>
            <p:nvPr/>
          </p:nvSpPr>
          <p:spPr>
            <a:xfrm>
              <a:off x="2683755" y="636132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Sensor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98BD17-6700-7CF4-AC9E-4085A42A2D20}"/>
                </a:ext>
              </a:extLst>
            </p:cNvPr>
            <p:cNvSpPr txBox="1"/>
            <p:nvPr/>
          </p:nvSpPr>
          <p:spPr>
            <a:xfrm>
              <a:off x="5320925" y="6319077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Sensor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24D7D3-CFF0-E173-2044-D0668BCC0538}"/>
                </a:ext>
              </a:extLst>
            </p:cNvPr>
            <p:cNvSpPr txBox="1"/>
            <p:nvPr/>
          </p:nvSpPr>
          <p:spPr>
            <a:xfrm>
              <a:off x="1670050" y="393700"/>
              <a:ext cx="2681824" cy="18466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Sensor Box BOM</a:t>
              </a:r>
            </a:p>
            <a:p>
              <a:endParaRPr lang="en-US" dirty="0"/>
            </a:p>
            <a:p>
              <a:pPr marL="342900" indent="-342900">
                <a:buAutoNum type="arabicPeriod"/>
              </a:pPr>
              <a:r>
                <a:rPr lang="en-US" sz="1200" dirty="0"/>
                <a:t>Box 50 X 50  6 ILS</a:t>
              </a:r>
            </a:p>
            <a:p>
              <a:pPr marL="342900" indent="-342900">
                <a:buAutoNum type="arabicPeriod"/>
              </a:pPr>
              <a:r>
                <a:rPr lang="en-US" sz="1200" dirty="0"/>
                <a:t>PCB 5 ILS</a:t>
              </a:r>
            </a:p>
            <a:p>
              <a:pPr marL="342900" indent="-342900">
                <a:buAutoNum type="arabicPeriod"/>
              </a:pPr>
              <a:r>
                <a:rPr lang="en-US" sz="1200" dirty="0"/>
                <a:t>Power Supp. 0.5 ILS</a:t>
              </a:r>
            </a:p>
            <a:p>
              <a:pPr marL="342900" indent="-342900">
                <a:buAutoNum type="arabicPeriod"/>
              </a:pPr>
              <a:r>
                <a:rPr lang="en-US" sz="1200" dirty="0"/>
                <a:t>Processor (STM32C011J4M6) 2 ILS</a:t>
              </a:r>
            </a:p>
            <a:p>
              <a:pPr marL="342900" indent="-342900">
                <a:buAutoNum type="arabicPeriod"/>
              </a:pPr>
              <a:r>
                <a:rPr lang="en-US" sz="1200" dirty="0"/>
                <a:t>Others 1 ILS</a:t>
              </a:r>
            </a:p>
            <a:p>
              <a:r>
                <a:rPr lang="en-US" dirty="0"/>
                <a:t>Total: ~ 15 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602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77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Eitan Mardiks</dc:creator>
  <cp:lastModifiedBy>Eitan Mardiks</cp:lastModifiedBy>
  <cp:revision>4</cp:revision>
  <dcterms:created xsi:type="dcterms:W3CDTF">2026-02-12T06:25:15Z</dcterms:created>
  <dcterms:modified xsi:type="dcterms:W3CDTF">2026-02-12T14:58:48Z</dcterms:modified>
</cp:coreProperties>
</file>