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67" r:id="rId20"/>
    <p:sldId id="264" r:id="rId21"/>
    <p:sldId id="263" r:id="rId22"/>
    <p:sldId id="262" r:id="rId23"/>
    <p:sldId id="261" r:id="rId24"/>
    <p:sldId id="260" r:id="rId25"/>
    <p:sldId id="259" r:id="rId26"/>
    <p:sldId id="258" r:id="rId27"/>
    <p:sldId id="266" r:id="rId28"/>
    <p:sldId id="256" r:id="rId29"/>
    <p:sldId id="28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>
        <p:scale>
          <a:sx n="125" d="100"/>
          <a:sy n="125" d="100"/>
        </p:scale>
        <p:origin x="-1152" y="-12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E2230-2893-74EE-CFCE-F69F57669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4464D9-9C34-5681-34B2-EED79F4D0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C2D20-B38F-1C35-687B-65CC7D351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03D66-1044-4009-9568-9777133383EE}" type="datetimeFigureOut">
              <a:rPr lang="en-US" smtClean="0"/>
              <a:t>17-Feb-26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E24C4-3C1C-251B-E2E2-513B0CA3E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01930-E5C7-BB7B-6775-044FFB2F4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C14C-C2EB-454F-8C9B-93498BDDD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710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780B-D740-DA4B-4902-6A44F3BF7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6FEC8-629A-4534-5E8F-D21EE3697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341AD-37DE-BED6-702E-ECF1CB2C7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03D66-1044-4009-9568-9777133383EE}" type="datetimeFigureOut">
              <a:rPr lang="en-US" smtClean="0"/>
              <a:t>17-Feb-26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BA4AB-E18F-8AFD-4404-579A83BF1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97B32-A8A5-53E2-DA2E-3355653E2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C14C-C2EB-454F-8C9B-93498BDDD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780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09F6D-67F5-C443-4F1B-DFC43BFBB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119D6-FC8A-6EE2-D3D6-987396922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66B41-05AE-9ABF-2476-BA8307555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03D66-1044-4009-9568-9777133383EE}" type="datetimeFigureOut">
              <a:rPr lang="en-US" smtClean="0"/>
              <a:t>17-Feb-26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FCA08-5185-CD6D-027D-66B8A92BD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7FBFD-6B88-F5F0-ACB2-9AB271E71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C14C-C2EB-454F-8C9B-93498BDDD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091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86519-006D-538B-0A63-45F803939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FE2C8-60BF-AF52-901A-B9E13702C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B780B1-1BBA-FE35-A325-FAB33D857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91EE86-A31A-9DAD-899D-CBEAFC33C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03D66-1044-4009-9568-9777133383EE}" type="datetimeFigureOut">
              <a:rPr lang="en-US" smtClean="0"/>
              <a:t>17-Feb-26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F385D-8415-7A24-AE41-589504CA7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36ACA-499E-8884-124C-EA18FEC65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C14C-C2EB-454F-8C9B-93498BDDD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545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DB4DE-A4EB-E802-C730-3E62469F5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749F5-5D3A-1CE7-CB2D-07D3E043D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1CECAC-93E8-D89F-40F8-3E35A0AEC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BDA3A1-E289-583C-9E55-9E2D54A2F8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60C7B9-1C2A-1EE3-0F37-BC28A7AC4F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09854E-C711-04C6-1D2A-1E6D735FC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03D66-1044-4009-9568-9777133383EE}" type="datetimeFigureOut">
              <a:rPr lang="en-US" smtClean="0"/>
              <a:t>17-Feb-26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B71B1-91BC-330A-860D-F733A8D62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DC621F-D2DC-5ED0-7C56-864B5016D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C14C-C2EB-454F-8C9B-93498BDDD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644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8B06D-25B4-6360-A62F-49B6F3182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A38B5B-69DA-9BE5-3298-995D9FEB5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03D66-1044-4009-9568-9777133383EE}" type="datetimeFigureOut">
              <a:rPr lang="en-US" smtClean="0"/>
              <a:t>17-Feb-26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E18D76-E379-F076-BD94-99DA41F3F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C7B23D-1519-F3ED-F5C8-9A966D966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C14C-C2EB-454F-8C9B-93498BDDD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070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A75CCE-C595-17A4-CBCA-9557BD91D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03D66-1044-4009-9568-9777133383EE}" type="datetimeFigureOut">
              <a:rPr lang="en-US" smtClean="0"/>
              <a:t>17-Feb-26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3E8A5E-87B3-BD06-F92D-286204DFA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B2801-3B4A-A7F7-0EA8-FB7B4F35D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C14C-C2EB-454F-8C9B-93498BDDD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187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D09DF-EA5E-F2B6-2716-695D45854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DAD43-A31F-A514-25B7-015862EDE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53F015-63E8-7F46-E5D0-3A83BCDF3F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C26E3A-CA8A-4AC2-7288-1B270FAF9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03D66-1044-4009-9568-9777133383EE}" type="datetimeFigureOut">
              <a:rPr lang="en-US" smtClean="0"/>
              <a:t>17-Feb-26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2E6302-D50E-E042-BD1E-B1BC8A136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E47A7-E1A7-A65A-2976-35D7D698D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C14C-C2EB-454F-8C9B-93498BDDD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870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98217-6600-5389-C333-A7A78014D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DAB442-A60D-62FC-EF9E-59D10083E5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D98478-D3D3-E9EA-999C-3F6F14ED50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5972E0-C800-6D9E-B83A-3DB6612A0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03D66-1044-4009-9568-9777133383EE}" type="datetimeFigureOut">
              <a:rPr lang="en-US" smtClean="0"/>
              <a:t>17-Feb-26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59874-B3B7-8BBC-A874-ECD045889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25AB7-6921-1985-136D-4F48460AA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C14C-C2EB-454F-8C9B-93498BDDD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524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D8F8-7DE2-72A3-43A1-4D05CF30F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B7B384-00F0-5EAC-0EC5-2BA074BD0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44C47-2C78-8F18-0F84-24EB2AE8B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03D66-1044-4009-9568-9777133383EE}" type="datetimeFigureOut">
              <a:rPr lang="en-US" smtClean="0"/>
              <a:t>17-Feb-26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80894-AA85-8249-5C9B-7A513E3A7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B9768-6BA0-9072-FC38-DB82FDEF8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C14C-C2EB-454F-8C9B-93498BDDD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1AD6A-C23A-5C3B-A7FF-4BA170AA7C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03D737-23E8-B5BD-1CDE-0576A9AEAE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5595E-8132-60DB-B09B-15487E6B7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03D66-1044-4009-9568-9777133383EE}" type="datetimeFigureOut">
              <a:rPr lang="en-US" smtClean="0"/>
              <a:t>17-Feb-26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EF23B-2E7B-3009-BD07-FC38B87B4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CF50E-6488-B7BF-65A1-6C7FF26C8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C14C-C2EB-454F-8C9B-93498BDDD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B79453-0522-6345-E842-74C712D45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68715-445D-2FDE-1B0E-6AB72D383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ECFD5-5C9D-8575-26F8-3B763712D3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03D66-1044-4009-9568-9777133383EE}" type="datetimeFigureOut">
              <a:rPr lang="en-US" smtClean="0"/>
              <a:t>17-Feb-26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F2FDB-E51E-5DA8-451E-EBFAB265C7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BB555-2E28-90D4-6D6A-8854B37FF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10C14C-C2EB-454F-8C9B-93498BDDD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151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B15A2-27B8-5333-5D03-2D3219550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B94E17-E5F7-C958-F0FE-F93AB96F0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935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72F72-2D70-FAD9-2E84-7F69D7F93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E1497E-A721-EB47-2522-F3A0A1733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77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C1049-1329-9A60-4652-1C70449A8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78EB57-C3ED-D76F-29BB-6884833E2A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82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A46A9-1F46-C00A-473D-C47044FB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2CB2EB-98C7-80AC-E406-1EC5071788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321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06086-C57E-ABC5-32A8-5744F1804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22E77F-156C-1A88-0423-70E6A25BD5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599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61DA6-EC2E-C726-A2FE-C4AA03815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FC56BF-47D1-2C6F-4879-566B3CF1F0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667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F929D-3038-51D6-A5FB-E84B66AA7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C646D1-6736-AC35-4439-1CB700AF37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668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CEB0C-C74D-B0B5-F838-DE186F4C1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39DE1E-B0FC-9075-4F00-7EECD12013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002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A5FF7-87BB-70D7-FDD5-31266D860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2B9E63-CDC7-4634-85BA-81835FCAF9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63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12FE4-E47A-5B56-47E1-116D9B8FD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F7B9F07-14C4-2650-4A1F-04652EAB8AF4}"/>
              </a:ext>
            </a:extLst>
          </p:cNvPr>
          <p:cNvSpPr/>
          <p:nvPr/>
        </p:nvSpPr>
        <p:spPr>
          <a:xfrm>
            <a:off x="464820" y="1913255"/>
            <a:ext cx="8968740" cy="4800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B40669-530B-081D-F9C7-79E55BBCD45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5230" y="-144145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944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0C9A7-2523-4434-7FE9-AE90AD77C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88A46C-CD72-51B3-36E9-DD81287358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049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389EF-0C73-F9E3-97BE-7CBBFF1FB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E570AF-DA28-99F5-9112-7A0F41FD8A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190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669B5-D5EA-49C8-D8B8-40EB9649B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34725D-E335-BE38-2AB2-C480E3BCCA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325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8EB71-4CB3-F576-AB07-4D78FE49E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2A433D-7874-4670-BDCE-40E1B5B1B1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643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5F912-1D63-D641-5FCC-CD4344DE9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55511D-D4CF-F67D-DC87-EEAC811FE0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0190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F48AD-97F0-39D8-791F-8EA739A83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535B25-FBDE-0C43-C2DA-70BCEECFB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94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8BCC0-D29B-6B71-1B41-65324EB81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4A537E-50D8-ED68-FE49-0F0D2D8832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098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782ED-9534-868C-C386-9F095C8D0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B052E9-AB31-33D7-9F94-7C3022B52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722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5AA3E-A8DA-7968-C20F-ABE89128D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FB190A-710B-5CDB-5F52-E4637278C2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2598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1ED93-CD98-D40F-80FB-301FADC43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1FC7B8-6E5C-5A26-2B11-18CB386C77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2497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AFE11-ABF7-EA2F-813E-746A3BA6D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BF2D5E-326A-252C-68BB-C8F8C8DE8C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046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6E783-84B7-E860-0266-72C6AF6CB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ECAC17-F850-A3AA-5389-AA7932A69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8182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4BCBB-0F86-04CE-35B6-2A22DEDA1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48ABFA-C42D-165D-0E2A-2E9357374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8361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61ED4-85CB-83C5-0564-EA9D2C36F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BD6654-7181-ACC0-0C33-97B1BB8F0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2264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0D56B7-D103-31D2-3456-97693914DD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8010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05D039-390D-85E8-89CB-04C65C545F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8491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16E2B-7B22-17C9-E926-1F9F8C455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747778-BC5C-32FD-9F81-894E0EC3E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1976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AFBCF8-29AB-1A7D-B5E0-4B6280CAB3E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426"/>
          <a:stretch>
            <a:fillRect/>
          </a:stretch>
        </p:blipFill>
        <p:spPr>
          <a:xfrm>
            <a:off x="2667000" y="-1"/>
            <a:ext cx="8413750" cy="686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9065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8C21DEE-37A7-F0F9-52ED-8AE499D2654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33775" y="380739"/>
            <a:ext cx="5372850" cy="37343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A53D3DD-4C17-63CC-3DA4-D4BBB9E6E99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2625" y="953195"/>
            <a:ext cx="4982270" cy="36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347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0</Words>
  <Application>Microsoft Office PowerPoint</Application>
  <PresentationFormat>Widescreen</PresentationFormat>
  <Paragraphs>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Eitan Mardiks</dc:creator>
  <cp:lastModifiedBy>Eitan Mardiks</cp:lastModifiedBy>
  <cp:revision>3</cp:revision>
  <dcterms:created xsi:type="dcterms:W3CDTF">2026-02-17T14:27:29Z</dcterms:created>
  <dcterms:modified xsi:type="dcterms:W3CDTF">2026-02-17T18:32:49Z</dcterms:modified>
</cp:coreProperties>
</file>